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s"/>
          <p:cNvSpPr/>
          <p:nvPr>
            <p:ph type="body"/>
          </p:nvPr>
        </p:nvSpPr>
        <p:spPr/>
        <p:txBody>
          <a:bodyPr/>
          <a:p>
            <a:r>
              <a:t>Mention the pilot customers</a:t>
            </a:r>
          </a:p>
        </p:txBody>
      </p:sp>
    </p:spTree>
  </p:cSld>
</p:note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chart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s"/>
          <p:cNvSpPr/>
          <p:nvPr/>
        </p:nvSpPr>
        <p:spPr/>
        <p:txBody>
          <a:bodyPr/>
          <a:p>
            <a:pPr lvl="0">
              <a:buChar char="-"/>
            </a:pPr>
            <a:r>
              <a:t>Launch in March</a:t>
            </a:r>
          </a:p>
          <a:p>
            <a:pPr lvl="0">
              <a:buChar char="-"/>
            </a:pPr>
            <a:r>
              <a:t>Budget approved</a:t>
            </a:r>
          </a:p>
        </p:txBody>
      </p:sp>
      <p:sp>
        <p:nvSpPr>
          <p:cNvPr id="2" name="s"/>
          <p:cNvSpPr/>
          <p:nvPr>
            <p:ph type="title"/>
          </p:nvPr>
        </p:nvSpPr>
        <p:spPr/>
        <p:txBody>
          <a:bodyPr/>
          <a:p>
            <a:r>
              <a:t>Product Launch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s"/>
          <p:cNvSpPr/>
          <p:nvPr>
            <p:ph type="title"/>
          </p:nvPr>
        </p:nvSpPr>
        <p:spPr/>
        <p:txBody>
          <a:bodyPr/>
          <a:p>
            <a:r>
              <a:t>Sales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Quarter</a:t>
                      </a:r>
                    </a:p>
                  </a:txBody>
                </a:tc>
                <a:tc>
                  <a:txBody>
                    <a:p>
                      <a:r>
                        <a:t>Units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Q1</a:t>
                      </a:r>
                    </a:p>
                  </a:txBody>
                </a:tc>
                <a:tc>
                  <a:txBody>
                    <a:p>
                      <a:r>
                        <a:t>120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id="5" name="Picture" descr="Sales chart"/>
        </p:nvPicPr>
        <p:blipFill>
          <a:blip r:embed="rId2"/>
        </p:blipFill>
      </p:pic>
    </p:spTree>
  </p:cSld>
</p:sld>
</file>